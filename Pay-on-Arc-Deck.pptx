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 on Arc — Circle grant application deck. Solo builder, Kayseri, Türkiye. Live product on Arc Testnet.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Recurring payments are the missing primitive on a payments-native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ArcSub + autonomous keeper + payment rails. Sister dApp Arc Agent Forge extends the same agent into ERC-8004/8183.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UI. Merchants can also copy a plan as a subscribe-link and send it to a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piece competitors do not have: the collection actually happens without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rail is deployed and exercised on Arc Testnet.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addresses: ArcSub 0x015f...35eC, ArcPay V2 0x418E...979b, TreasuryAgent 0xC99f...eA53.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Circle products are the wallet, settlement and cross-chain layer — not a bolt-on.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ask 30,000 USDC: 10,000 / 12,000 / 8,000.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30,000 USDC across three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</a:t>
            </a:r>
            <a:pPr indent="0" marL="0">
              <a:buNone/>
            </a:pPr>
            <a:r>
              <a:rPr lang="en-US" sz="5400" b="1" dirty="0">
                <a:solidFill>
                  <a:srgbClr val="6E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Arc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 that collect themselves.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USDC-native payment suite on Arc. Approve once — an autonomous billing agent pulls every payment when it falls due, with no wallet prompt and no human in the loop.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 Testnet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38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9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$0.0001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5138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9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PER CHARGE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 in CI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5138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9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TESTS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payonarc.com   ·   github.com/Dnyelfy/pay-on-arc   ·   @Dnyelfy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has no standing order.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on-chain payment needs a human signature at the exact moment it is due. That single constraint removes an entire category of money movement from crypto.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486400" cy="960120"/>
          </a:xfrm>
          <a:prstGeom prst="roundRect">
            <a:avLst>
              <a:gd name="adj" fmla="val 3810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9626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10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Web2 commerce — and absent on-chain.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5486400" cy="960120"/>
          </a:xfrm>
          <a:prstGeom prst="roundRect">
            <a:avLst>
              <a:gd name="adj" fmla="val 3810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1056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 and payroll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by nature, impossible to schedule from a wallet.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5486400" cy="960120"/>
          </a:xfrm>
          <a:prstGeom prst="roundRect">
            <a:avLst>
              <a:gd name="adj" fmla="val 3810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52486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plans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596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volatility made collecting $5 cost more than $5.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1417320"/>
            <a:ext cx="4937760" cy="4389120"/>
          </a:xfrm>
          <a:prstGeom prst="roundRect">
            <a:avLst>
              <a:gd name="adj" fmla="val 833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stayed unsolved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148840"/>
            <a:ext cx="4389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EVM cannot push.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cannot initiate a transfer from a user’s wallet on a schedule — no protocol can simply add recurring payments.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works, but needs a keeper.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Allowance-pull is the only viable model, and it only works if something reliable watches the clock and pays the gas. Most teams stop here.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removes the economics.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Sub-cent fees denominated in USDC and sub-second finality make a $5/month plan worth collecting for the first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pieces, one live product.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4114800"/>
          </a:xfrm>
          <a:prstGeom prst="roundRect">
            <a:avLst>
              <a:gd name="adj" fmla="val 1039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ArcSub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non-custodial subscription contract on an allowance-pull model. Funds never leave the subscriber’s wallet. Each period is pulled only when due, the price is fixed at creation, and either side cancels in one transaction.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520440" cy="4114800"/>
          </a:xfrm>
          <a:prstGeom prst="roundRect">
            <a:avLst>
              <a:gd name="adj" fmla="val 1039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billing agent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8346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keeper with its own wallet that watches ArcSub and collects every due payment by itself — no pop-up, no click, no human. It pays only transaction fees; subscription money moves subscriber → merchant directly.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520440" cy="4114800"/>
          </a:xfrm>
          <a:prstGeom prst="roundRect">
            <a:avLst>
              <a:gd name="adj" fmla="val 1039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rails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8346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USDC payments with on-chain memos, shareable pay-links and subscribe-links, splits to 20 wallets, recallable payments, a Pyth-fed USDC/EURC treasury rebalancer, and CCIP messaging to Sepolia.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6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deployed and verified on Arc Testnet today.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Subscriptions, settled on-chain.</a:t>
            </a:r>
            <a:endParaRPr lang="en-US" sz="3800" dirty="0"/>
          </a:p>
        </p:txBody>
      </p:sp>
      <p:pic>
        <p:nvPicPr>
          <p:cNvPr id="4" name="Image 0" descr="img/02-subscri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220072" cy="448056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7955280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once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9293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USDC approval. No money moves up front.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651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Pulled when due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9809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charges the period, never earlier.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703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sides listed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0325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fund and who subscribes to you, live.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754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in one click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50840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On-chain, either party, no notice period.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worker that bills for you.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holds its own wallet, watches the subscription table every 15 seconds, batches everything due into a single charge, and reports what it did. Nobody signs anything.</a:t>
            </a:r>
            <a:endParaRPr lang="en-US" sz="1450" dirty="0"/>
          </a:p>
        </p:txBody>
      </p:sp>
      <p:pic>
        <p:nvPicPr>
          <p:cNvPr id="5" name="Image 0" descr="img/03-billing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40280"/>
            <a:ext cx="6949440" cy="3298039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7955280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Autonomous, verifiably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66090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on ArcSub were executed by the agent with zero human signatures.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611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never touches it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94106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moves subscriber → merchant. The agent pays gas only.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892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hosted 24/7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522122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moves the keeper off the browser onto Circle Developer-Controlled Wallets.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rails around it.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subscription contract sits inside a wider payment suite. Every one of these is deployed and exercised on Arc Testnet today.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1783080"/>
          </a:xfrm>
          <a:prstGeom prst="roundRect">
            <a:avLst>
              <a:gd name="adj" fmla="val 2051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67712"/>
            <a:ext cx="457200" cy="457200"/>
          </a:xfrm>
          <a:prstGeom prst="ellipse">
            <a:avLst/>
          </a:prstGeom>
          <a:solidFill>
            <a:srgbClr val="1B3A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322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&amp; link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0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USDC with an on-chain memo, or a shareable link that fills itself in for the payer.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3520440" cy="1783080"/>
          </a:xfrm>
          <a:prstGeom prst="roundRect">
            <a:avLst>
              <a:gd name="adj" fmla="val 2051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267712"/>
            <a:ext cx="457200" cy="457200"/>
          </a:xfrm>
          <a:prstGeom prst="ellipse">
            <a:avLst/>
          </a:prstGeom>
          <a:solidFill>
            <a:srgbClr val="1B3A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322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payments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880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transaction, up to 20 recipients — payroll, revenue shares, bounties.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520440" cy="1783080"/>
          </a:xfrm>
          <a:prstGeom prst="roundRect">
            <a:avLst>
              <a:gd name="adj" fmla="val 2051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2267712"/>
            <a:ext cx="457200" cy="457200"/>
          </a:xfrm>
          <a:prstGeom prst="ellipse">
            <a:avLst/>
          </a:prstGeom>
          <a:solidFill>
            <a:srgbClr val="1B3A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2322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Recallable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880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the sender can pull back inside a window, until the recipient claims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3520440" cy="1783080"/>
          </a:xfrm>
          <a:prstGeom prst="roundRect">
            <a:avLst>
              <a:gd name="adj" fmla="val 2051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325112"/>
            <a:ext cx="457200" cy="457200"/>
          </a:xfrm>
          <a:prstGeom prst="ellipse">
            <a:avLst/>
          </a:prstGeom>
          <a:solidFill>
            <a:srgbClr val="1B3A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379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⚭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361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Cross-chain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937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CCIP from Arc to Sepolia, verified end-to-end twice.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4069080"/>
            <a:ext cx="3520440" cy="1783080"/>
          </a:xfrm>
          <a:prstGeom prst="roundRect">
            <a:avLst>
              <a:gd name="adj" fmla="val 2051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4325112"/>
            <a:ext cx="457200" cy="457200"/>
          </a:xfrm>
          <a:prstGeom prst="ellipse">
            <a:avLst/>
          </a:prstGeom>
          <a:solidFill>
            <a:srgbClr val="1B3A8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09160" y="4379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361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Treasury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4937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Pyth-fed rebalancer holding a target USDC/EURC ratio.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4069080"/>
            <a:ext cx="3520440" cy="1783080"/>
          </a:xfrm>
          <a:prstGeom prst="roundRect">
            <a:avLst>
              <a:gd name="adj" fmla="val 2051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3920" y="4325112"/>
            <a:ext cx="457200" cy="457200"/>
          </a:xfrm>
          <a:prstGeom prst="ellipse">
            <a:avLst/>
          </a:prstGeom>
          <a:solidFill>
            <a:srgbClr val="1B3A8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03920" y="4379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4361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Receipts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4937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payment, split and recall readable back from the chain.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here is on-chain today.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1371600"/>
          </a:xfrm>
          <a:prstGeom prst="roundRect">
            <a:avLst>
              <a:gd name="adj" fmla="val 2667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190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042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 in CI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560320" cy="1371600"/>
          </a:xfrm>
          <a:prstGeom prst="roundRect">
            <a:avLst>
              <a:gd name="adj" fmla="val 2667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7190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3042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verified on Arc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560320" cy="1371600"/>
          </a:xfrm>
          <a:prstGeom prst="roundRect">
            <a:avLst>
              <a:gd name="adj" fmla="val 2667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190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042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community points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554480"/>
            <a:ext cx="2560320" cy="1371600"/>
          </a:xfrm>
          <a:prstGeom prst="roundRect">
            <a:avLst>
              <a:gd name="adj" fmla="val 2667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7190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3042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dApps shipped 2025–2026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10881360" cy="2514600"/>
          </a:xfrm>
          <a:prstGeom prst="roundRect">
            <a:avLst>
              <a:gd name="adj" fmla="val 1455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on ArcScan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84048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ArcSub — recurring charges executed by the agent, with no human signature on any of them.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ArcPay V2 — live payments, splits and recallable payments, plus two end-to-end CCIP messages to Sepolia.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Forge — a self-registered ERC-8004 agent that priced, delivered and was paid for escrow jobs autonomously.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60 contract tests and 45 Playwright UI tests in CI, plus a published line-by-line security review of all three contracts.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6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Testnet-stage by design. This grant is what takes it to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 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Circle, deepening on Circle.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023360"/>
          </a:xfrm>
          <a:prstGeom prst="roundRect">
            <a:avLst>
              <a:gd name="adj" fmla="val 909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6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today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USDC on Arc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4261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gas and the settlement asset for every flow in the product.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83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EURC on Arc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9417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and treasury rebalancing against USDC.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Developer-Controlled Wallets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74573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layer inside Agent Forge.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257800" cy="4023360"/>
          </a:xfrm>
          <a:prstGeom prst="roundRect">
            <a:avLst>
              <a:gd name="adj" fmla="val 909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Developer-Controlled Wallets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24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layer for the hosted 24/7 keeper — weeks 1–6.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CCTP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4472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subscriptions with USDC from other chains — weeks 7–14.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Paymaster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2702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subscriber onboarding — weeks 10–14.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5093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in Q1 2027.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milestones, 30,000 USDC.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4160520"/>
          </a:xfrm>
          <a:prstGeom prst="roundRect">
            <a:avLst>
              <a:gd name="adj" fmla="val 1039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USDC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2026 · 6 weeks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Production-ready subscriptions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918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 caps instead of unlimited approvals, charge-window guards, pause controls, and fixes for every finding in our published review. Keeper moves off the browser onto a hosted service.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846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C6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contracts · hosted keeper at ≥ 99% on-time collection over two weeks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554480"/>
            <a:ext cx="3520440" cy="4160520"/>
          </a:xfrm>
          <a:prstGeom prst="roundRect">
            <a:avLst>
              <a:gd name="adj" fmla="val 1039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011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 USDC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423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2026 · 8 weeks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Mainnet and Circle depth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2918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audit and deploy to Arc mainnet. Integrate CCTP for cross-chain funding and Paymaster for gasless onboarding. Merchant dashboard v2 with analytics and webhooks.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4846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C6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mainnet contracts · live CCTP funding · 5 pilot merchants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520440" cy="4160520"/>
          </a:xfrm>
          <a:prstGeom prst="roundRect">
            <a:avLst>
              <a:gd name="adj" fmla="val 1039"/>
            </a:avLst>
          </a:prstGeom>
          <a:solidFill>
            <a:srgbClr val="FBF9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 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011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 USDC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423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2027 · 8 weeks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and agent marketplace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32918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25 merchants and 250 active subscriptions. Ship ERC-8004-identified billing agents anyone can hire, earning a fee per collection.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846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C6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Dune dashboard · 3 case studies · open-source keeper SDK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milestone is payable against a deliverable that can be verified on-chain.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working prototype to production infrastructure.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audit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audit of ArcSub and ArcPay before real funds touch them. Our published review and the 105-test suite are the preparation, not the substitute.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2103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keeper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48716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that no longer depends on an open browser tab.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Full-time focus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8736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quarters of undivided work on the product.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 onboarding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408736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for the first cohort.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Dönay Uzunhisarcıklı  ·  Founder &amp; Developer  ·  Kayseri, Türkiye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payonarc.com   ·   github.com/Dnyelfy/pay-on-arc   ·   @Dnyelfy   ·   youtu.be/83F9jdbbfYQ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2026-08-29T10:39:25Z</dcterms:created>
  <dcterms:modified xsi:type="dcterms:W3CDTF">2026-08-29T10:39:25Z</dcterms:modified>
</cp:coreProperties>
</file>